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955280" y="1097280"/>
            <a:ext cx="484632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· CÓDIGO ABIERTO · AGOSTO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82880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Ayuda Terremoto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Colombia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quien necesita ayuda con quien puede darla.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 Julian Rincón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es falta de ayuda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que nadie tiene el panorama completo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5F8B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978" y="23385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 Roja y Alcaldía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633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Atienden emergencias y coordinan recursos oficiales.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5F8B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978" y="23385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Colectivos y voluntarios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633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organizan en los barrios, muchas veces sin apoyo institucional.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5F8B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46245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62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Bancos de alimentos y donantes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919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 ayuda económica y en especie.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2062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B85042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480560"/>
            <a:ext cx="640080" cy="640080"/>
          </a:xfrm>
          <a:prstGeom prst="ellipse">
            <a:avLst/>
          </a:prstGeom>
          <a:solidFill>
            <a:srgbClr val="9A413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78" y="462457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462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resultado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491947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ve solo su pedazo: la ayuda no siempre llega a quien más la necesita.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idea, en simple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una libreta compartida, actualizada en tiempo real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1920240"/>
            <a:ext cx="914400" cy="914400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594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reporta qué necesita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agua, refugio o alimentos, y en qué barrio.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4980" y="1920240"/>
            <a:ext cx="914400" cy="914400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49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grupos que ayudan lo ven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Voluntarios, colectivos y entidades ven esa necesidad al instante.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04020" y="1920240"/>
            <a:ext cx="914400" cy="914400"/>
          </a:xfrm>
          <a:prstGeom prst="ellipse">
            <a:avLst/>
          </a:prstGeom>
          <a:solidFill>
            <a:srgbClr val="B8504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40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organizan para atenderla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8862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queda registrado, para no repetir esfuerzos ni perder nada.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41064" y="352044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690104" y="3520440"/>
            <a:ext cx="393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solo una idea — ya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prototipo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y de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1188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que ya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contempla el diseño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9224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maneja donaciones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pagos — solo información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22860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26060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372600" y="3840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 a cualquiera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quiera mejorarlo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momento importa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7F1E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MISMO — RESCATE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coordinación ya corre por WhatsApp y redes improvisadas directamente en el terreno.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difícil que una herramienta nueva llegue a tiempo para esta fase.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202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— SEMANAS Y MESES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Necesidades sostenidas, reconstrucción y seguimiento durante meses.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370332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6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es donde este proyecto sí puede marcar una diferencia real.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necesita para crecer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974" y="246659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manos técnicas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y diseñadores que quieran mejorarlo.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24028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894" y="2466594"/>
            <a:ext cx="553212" cy="5532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Colectivos reales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80060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en terreno dispuestos a registrarse y darle uso real.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412480" y="1828800"/>
            <a:ext cx="3611880" cy="3566160"/>
          </a:xfrm>
          <a:prstGeom prst="roundRect">
            <a:avLst>
              <a:gd name="adj" fmla="val 2564"/>
            </a:avLst>
          </a:prstGeom>
          <a:solidFill>
            <a:srgbClr val="F7F1EE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715500" y="224028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814" y="2466594"/>
            <a:ext cx="553212" cy="5532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41080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732520" y="4023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5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más personas y organizaciones lo conozcan y confíen en él.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9784080" y="502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puede ayudar?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76479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43000" y="1737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Conectarnos con estudiantes o redes académicas que quieran sumarse.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25146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Darnos su mirada como usuario: si lo entiende, cualquiera lo entiende.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319272"/>
            <a:ext cx="320040" cy="3200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" y="3291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C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Ayudarnos a que más personas lo conozcan.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84632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/home/claude/presentacion-natalia/qr-re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992624"/>
            <a:ext cx="1261872" cy="12618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4892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Escanea para entrar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repositorio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256032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github.com/Julian-Rincon/ayuda-terremoto-colombia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2026-08-14T06:47:51Z</dcterms:created>
  <dcterms:modified xsi:type="dcterms:W3CDTF">2026-08-14T06:47:51Z</dcterms:modified>
</cp:coreProperties>
</file>